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S Gordon Sans" panose="020B0604020202020204" charset="0"/>
      <p:regular r:id="rId3"/>
    </p:embeddedFont>
    <p:embeddedFont>
      <p:font typeface="Gordita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94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0014" y="-294577"/>
            <a:ext cx="7805364" cy="7248581"/>
          </a:xfrm>
          <a:custGeom>
            <a:avLst/>
            <a:gdLst/>
            <a:ahLst/>
            <a:cxnLst/>
            <a:rect l="l" t="t" r="r" b="b"/>
            <a:pathLst>
              <a:path w="7805364" h="7248581">
                <a:moveTo>
                  <a:pt x="0" y="0"/>
                </a:moveTo>
                <a:lnTo>
                  <a:pt x="7805364" y="0"/>
                </a:lnTo>
                <a:lnTo>
                  <a:pt x="7805364" y="7248582"/>
                </a:lnTo>
                <a:lnTo>
                  <a:pt x="0" y="724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0B8E0AAC-56E7-F9AF-EE3D-E61AD8222049}"/>
              </a:ext>
            </a:extLst>
          </p:cNvPr>
          <p:cNvSpPr/>
          <p:nvPr/>
        </p:nvSpPr>
        <p:spPr>
          <a:xfrm>
            <a:off x="5816504" y="4676973"/>
            <a:ext cx="7805364" cy="7248581"/>
          </a:xfrm>
          <a:custGeom>
            <a:avLst/>
            <a:gdLst/>
            <a:ahLst/>
            <a:cxnLst/>
            <a:rect l="l" t="t" r="r" b="b"/>
            <a:pathLst>
              <a:path w="7805364" h="7248581">
                <a:moveTo>
                  <a:pt x="0" y="0"/>
                </a:moveTo>
                <a:lnTo>
                  <a:pt x="7805364" y="0"/>
                </a:lnTo>
                <a:lnTo>
                  <a:pt x="7805364" y="7248582"/>
                </a:lnTo>
                <a:lnTo>
                  <a:pt x="0" y="724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419" dirty="0"/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6936D44D-74E1-49B6-AF8B-0D8D08146F01}"/>
              </a:ext>
            </a:extLst>
          </p:cNvPr>
          <p:cNvSpPr/>
          <p:nvPr/>
        </p:nvSpPr>
        <p:spPr>
          <a:xfrm>
            <a:off x="11411533" y="1519209"/>
            <a:ext cx="7805364" cy="7248581"/>
          </a:xfrm>
          <a:custGeom>
            <a:avLst/>
            <a:gdLst/>
            <a:ahLst/>
            <a:cxnLst/>
            <a:rect l="l" t="t" r="r" b="b"/>
            <a:pathLst>
              <a:path w="7805364" h="7248581">
                <a:moveTo>
                  <a:pt x="0" y="0"/>
                </a:moveTo>
                <a:lnTo>
                  <a:pt x="7805364" y="0"/>
                </a:lnTo>
                <a:lnTo>
                  <a:pt x="7805364" y="7248582"/>
                </a:lnTo>
                <a:lnTo>
                  <a:pt x="0" y="7248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397424" y="2698184"/>
            <a:ext cx="5910527" cy="2317329"/>
          </a:xfrm>
          <a:custGeom>
            <a:avLst/>
            <a:gdLst/>
            <a:ahLst/>
            <a:cxnLst/>
            <a:rect l="l" t="t" r="r" b="b"/>
            <a:pathLst>
              <a:path w="9308558" h="3711787">
                <a:moveTo>
                  <a:pt x="0" y="0"/>
                </a:moveTo>
                <a:lnTo>
                  <a:pt x="9308557" y="0"/>
                </a:lnTo>
                <a:lnTo>
                  <a:pt x="9308557" y="3711787"/>
                </a:lnTo>
                <a:lnTo>
                  <a:pt x="0" y="3711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237822" y="3297540"/>
            <a:ext cx="4144064" cy="1279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</a:pPr>
            <a:r>
              <a:rPr lang="en-US" sz="2400" dirty="0">
                <a:solidFill>
                  <a:srgbClr val="2B4BB6"/>
                </a:solidFill>
                <a:latin typeface="CS Gordon Sans"/>
              </a:rPr>
              <a:t>DE</a:t>
            </a:r>
          </a:p>
          <a:p>
            <a:r>
              <a:rPr lang="en-US" sz="2400" dirty="0">
                <a:solidFill>
                  <a:srgbClr val="2B4BB6"/>
                </a:solidFill>
                <a:latin typeface="CS Gordon Sans"/>
              </a:rPr>
              <a:t>HOWARD GARDNER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92506" y="2835544"/>
            <a:ext cx="4781872" cy="77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2B4BB6"/>
                </a:solidFill>
                <a:latin typeface="CS Gordon Sans"/>
              </a:rPr>
              <a:t>TEORIA  INTELIGENCIA MULTIPLE</a:t>
            </a:r>
          </a:p>
        </p:txBody>
      </p:sp>
      <p:sp>
        <p:nvSpPr>
          <p:cNvPr id="7" name="Freeform 7"/>
          <p:cNvSpPr/>
          <p:nvPr/>
        </p:nvSpPr>
        <p:spPr>
          <a:xfrm>
            <a:off x="-512165" y="6494131"/>
            <a:ext cx="4685672" cy="4351428"/>
          </a:xfrm>
          <a:custGeom>
            <a:avLst/>
            <a:gdLst/>
            <a:ahLst/>
            <a:cxnLst/>
            <a:rect l="l" t="t" r="r" b="b"/>
            <a:pathLst>
              <a:path w="4685672" h="4351428">
                <a:moveTo>
                  <a:pt x="0" y="0"/>
                </a:moveTo>
                <a:lnTo>
                  <a:pt x="4685673" y="0"/>
                </a:lnTo>
                <a:lnTo>
                  <a:pt x="4685673" y="4351427"/>
                </a:lnTo>
                <a:lnTo>
                  <a:pt x="0" y="4351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7F1CE477-36D4-1F0B-2FB8-E46BD8B6E873}"/>
              </a:ext>
            </a:extLst>
          </p:cNvPr>
          <p:cNvSpPr txBox="1"/>
          <p:nvPr/>
        </p:nvSpPr>
        <p:spPr>
          <a:xfrm>
            <a:off x="12636171" y="571500"/>
            <a:ext cx="4701946" cy="692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B4BB6"/>
                </a:solidFill>
                <a:latin typeface="CS Gordon Sans"/>
              </a:rPr>
              <a:t>INTELIGENCIA TRADICIONAL VS INTELIGENCIA MULTUPLE</a:t>
            </a: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11E3D1F-9B7C-E704-B62B-D6B5B1D37DE7}"/>
              </a:ext>
            </a:extLst>
          </p:cNvPr>
          <p:cNvSpPr/>
          <p:nvPr/>
        </p:nvSpPr>
        <p:spPr>
          <a:xfrm>
            <a:off x="12118536" y="1265210"/>
            <a:ext cx="5531398" cy="3232788"/>
          </a:xfrm>
          <a:custGeom>
            <a:avLst/>
            <a:gdLst/>
            <a:ahLst/>
            <a:cxnLst/>
            <a:rect l="l" t="t" r="r" b="b"/>
            <a:pathLst>
              <a:path w="14693118" h="5931332">
                <a:moveTo>
                  <a:pt x="0" y="0"/>
                </a:moveTo>
                <a:lnTo>
                  <a:pt x="14693118" y="0"/>
                </a:lnTo>
                <a:lnTo>
                  <a:pt x="14693118" y="5931332"/>
                </a:lnTo>
                <a:lnTo>
                  <a:pt x="0" y="5931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78256D5-3E5F-7B39-BEAE-D1CF4FCA7F43}"/>
              </a:ext>
            </a:extLst>
          </p:cNvPr>
          <p:cNvSpPr txBox="1"/>
          <p:nvPr/>
        </p:nvSpPr>
        <p:spPr>
          <a:xfrm>
            <a:off x="13769928" y="6701764"/>
            <a:ext cx="2434431" cy="363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419" dirty="0">
                <a:solidFill>
                  <a:srgbClr val="2B4BB6"/>
                </a:solidFill>
                <a:latin typeface="CS Gordon Sans"/>
              </a:rPr>
              <a:t>INTELIGENCIA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3D41C25F-B078-1389-FC1D-9573B2A94381}"/>
              </a:ext>
            </a:extLst>
          </p:cNvPr>
          <p:cNvSpPr txBox="1"/>
          <p:nvPr/>
        </p:nvSpPr>
        <p:spPr>
          <a:xfrm>
            <a:off x="12498983" y="7192517"/>
            <a:ext cx="497631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419" sz="2400" dirty="0">
                <a:latin typeface="Gordita"/>
              </a:rPr>
              <a:t>“Capacidad para resolver problemas o de crear productos, que sean valiosos en uno o más ambientes culturales”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AAB480C2-AA44-2891-E361-95273B86B1A4}"/>
              </a:ext>
            </a:extLst>
          </p:cNvPr>
          <p:cNvSpPr txBox="1"/>
          <p:nvPr/>
        </p:nvSpPr>
        <p:spPr>
          <a:xfrm>
            <a:off x="8249180" y="6772127"/>
            <a:ext cx="1608600" cy="363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419" dirty="0">
                <a:solidFill>
                  <a:srgbClr val="2B4BB6"/>
                </a:solidFill>
                <a:latin typeface="CS Gordon Sans"/>
              </a:rPr>
              <a:t>OBJETIVO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D9EA3A37-83EE-8E96-FC97-C1BCD2C89ACE}"/>
              </a:ext>
            </a:extLst>
          </p:cNvPr>
          <p:cNvSpPr txBox="1"/>
          <p:nvPr/>
        </p:nvSpPr>
        <p:spPr>
          <a:xfrm>
            <a:off x="6695427" y="7269610"/>
            <a:ext cx="489714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s-419" sz="2400" u="none" strike="noStrike" dirty="0">
                <a:latin typeface="Gordita"/>
              </a:rPr>
              <a:t>Elaborar un enfoque del conocimiento que sea útil para evaluar por igual todas las actividades.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AC043F29-D6B7-B1F4-5DF8-4DDC1CC3EE2A}"/>
              </a:ext>
            </a:extLst>
          </p:cNvPr>
          <p:cNvSpPr txBox="1"/>
          <p:nvPr/>
        </p:nvSpPr>
        <p:spPr>
          <a:xfrm>
            <a:off x="1526232" y="1129583"/>
            <a:ext cx="2647275" cy="77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419" dirty="0">
                <a:solidFill>
                  <a:srgbClr val="2B4BB6"/>
                </a:solidFill>
                <a:latin typeface="CS Gordon Sans"/>
              </a:rPr>
              <a:t>TIPOS DE INTELIGENCIAS</a:t>
            </a: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C34752A9-A9AA-93C2-2970-DED2F8930052}"/>
              </a:ext>
            </a:extLst>
          </p:cNvPr>
          <p:cNvSpPr/>
          <p:nvPr/>
        </p:nvSpPr>
        <p:spPr>
          <a:xfrm>
            <a:off x="190384" y="1939875"/>
            <a:ext cx="6207040" cy="8171893"/>
          </a:xfrm>
          <a:custGeom>
            <a:avLst/>
            <a:gdLst/>
            <a:ahLst/>
            <a:cxnLst/>
            <a:rect l="l" t="t" r="r" b="b"/>
            <a:pathLst>
              <a:path w="9611058" h="9224964">
                <a:moveTo>
                  <a:pt x="0" y="0"/>
                </a:moveTo>
                <a:lnTo>
                  <a:pt x="9611058" y="0"/>
                </a:lnTo>
                <a:lnTo>
                  <a:pt x="9611058" y="9224964"/>
                </a:lnTo>
                <a:lnTo>
                  <a:pt x="0" y="92249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4185"/>
            </a:stretch>
          </a:blipFill>
        </p:spPr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4618B90C-9C43-643D-9F28-0292ABAF65DE}"/>
              </a:ext>
            </a:extLst>
          </p:cNvPr>
          <p:cNvSpPr txBox="1"/>
          <p:nvPr/>
        </p:nvSpPr>
        <p:spPr>
          <a:xfrm>
            <a:off x="5651830" y="45536"/>
            <a:ext cx="4897146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s-419" u="none" strike="noStrike" dirty="0">
                <a:latin typeface="Gordita"/>
              </a:rPr>
              <a:t>Todos los seres humanos tenemos inteligencias y la podemos desarrollar para adquirir nuevos conocimientos</a:t>
            </a:r>
          </a:p>
        </p:txBody>
      </p:sp>
      <p:cxnSp>
        <p:nvCxnSpPr>
          <p:cNvPr id="21" name="Conector: curvado 20">
            <a:extLst>
              <a:ext uri="{FF2B5EF4-FFF2-40B4-BE49-F238E27FC236}">
                <a16:creationId xmlns:a16="http://schemas.microsoft.com/office/drawing/2014/main" id="{9D99893C-30D1-23B5-9116-537B8B3D7BA3}"/>
              </a:ext>
            </a:extLst>
          </p:cNvPr>
          <p:cNvCxnSpPr>
            <a:cxnSpLocks/>
            <a:stCxn id="6" idx="0"/>
            <a:endCxn id="8" idx="0"/>
          </p:cNvCxnSpPr>
          <p:nvPr/>
        </p:nvCxnSpPr>
        <p:spPr>
          <a:xfrm rot="5400000" flipH="1" flipV="1">
            <a:off x="11003271" y="-1148329"/>
            <a:ext cx="2264044" cy="5703702"/>
          </a:xfrm>
          <a:prstGeom prst="curvedConnector3">
            <a:avLst>
              <a:gd name="adj1" fmla="val 120194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Conector: curvado 21">
            <a:extLst>
              <a:ext uri="{FF2B5EF4-FFF2-40B4-BE49-F238E27FC236}">
                <a16:creationId xmlns:a16="http://schemas.microsoft.com/office/drawing/2014/main" id="{D826BEEE-2CE4-BEDD-922E-2684C05523B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11086306" y="2800926"/>
            <a:ext cx="2124386" cy="56772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Conector: curvado 24">
            <a:extLst>
              <a:ext uri="{FF2B5EF4-FFF2-40B4-BE49-F238E27FC236}">
                <a16:creationId xmlns:a16="http://schemas.microsoft.com/office/drawing/2014/main" id="{034374C2-FBAC-7CF4-C51B-52C57AE65BE2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5400000">
            <a:off x="8084293" y="5546565"/>
            <a:ext cx="2194749" cy="2563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3FAE46E1-3005-1BD1-0DC1-420454933DF6}"/>
              </a:ext>
            </a:extLst>
          </p:cNvPr>
          <p:cNvCxnSpPr>
            <a:cxnSpLocks/>
            <a:stCxn id="5" idx="1"/>
            <a:endCxn id="17" idx="0"/>
          </p:cNvCxnSpPr>
          <p:nvPr/>
        </p:nvCxnSpPr>
        <p:spPr>
          <a:xfrm rot="10800000">
            <a:off x="2849870" y="1129583"/>
            <a:ext cx="4387952" cy="2807876"/>
          </a:xfrm>
          <a:prstGeom prst="curvedConnector4">
            <a:avLst>
              <a:gd name="adj1" fmla="val 12184"/>
              <a:gd name="adj2" fmla="val 127384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</Words>
  <Application>Microsoft Office PowerPoint</Application>
  <PresentationFormat>Personalizado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CS Gordon Sans</vt:lpstr>
      <vt:lpstr>Calibri</vt:lpstr>
      <vt:lpstr>Arial</vt:lpstr>
      <vt:lpstr>Gordita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Howard gardner</dc:title>
  <dc:creator>User</dc:creator>
  <cp:lastModifiedBy>FRANK CLEMENTE</cp:lastModifiedBy>
  <cp:revision>2</cp:revision>
  <dcterms:created xsi:type="dcterms:W3CDTF">2006-08-16T00:00:00Z</dcterms:created>
  <dcterms:modified xsi:type="dcterms:W3CDTF">2024-04-22T02:23:32Z</dcterms:modified>
  <dc:identifier>DAGDGCmjMIA</dc:identifier>
</cp:coreProperties>
</file>